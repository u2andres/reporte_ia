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5939"/>
            <a:ext cx="5679440" cy="224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6845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conocimientos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recopilados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Curso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usaron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práctica,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armar</a:t>
            </a:r>
            <a:r>
              <a:rPr dirty="0" sz="1100" spc="-25">
                <a:latin typeface="Arial MT"/>
                <a:cs typeface="Arial MT"/>
              </a:rPr>
              <a:t> un </a:t>
            </a:r>
            <a:r>
              <a:rPr dirty="0" sz="1100">
                <a:latin typeface="Arial MT"/>
                <a:cs typeface="Arial MT"/>
              </a:rPr>
              <a:t>Reporte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Pdf,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Área.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complejidad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principal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presenta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466725" marR="56515" indent="-225425">
              <a:lnSpc>
                <a:spcPct val="110200"/>
              </a:lnSpc>
              <a:buAutoNum type="arabicParenR"/>
              <a:tabLst>
                <a:tab pos="469900" algn="l"/>
              </a:tabLst>
            </a:pP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Ärea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genera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voluminoso(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mostrar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datos </a:t>
            </a:r>
            <a:r>
              <a:rPr dirty="0" sz="1100" spc="-10">
                <a:latin typeface="Arial MT"/>
                <a:cs typeface="Arial MT"/>
              </a:rPr>
              <a:t>	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cada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establecimiento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Área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66725" marR="537210" indent="-225425">
              <a:lnSpc>
                <a:spcPct val="110200"/>
              </a:lnSpc>
              <a:buAutoNum type="arabicParenR"/>
              <a:tabLst>
                <a:tab pos="469900" algn="l"/>
              </a:tabLst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puede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“tardar”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mucho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pueden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haber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centenares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 spc="-25">
                <a:latin typeface="Arial MT"/>
                <a:cs typeface="Arial MT"/>
              </a:rPr>
              <a:t>	</a:t>
            </a:r>
            <a:r>
              <a:rPr dirty="0" sz="1100" spc="-10">
                <a:latin typeface="Arial MT"/>
                <a:cs typeface="Arial MT"/>
              </a:rPr>
              <a:t>establecimientos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involucrados.</a:t>
            </a:r>
            <a:endParaRPr sz="11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Arial MT"/>
                <a:cs typeface="Arial MT"/>
              </a:rPr>
              <a:t>Hay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armádolo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por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tandas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NO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corte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por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timeout.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Hay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tipo,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muestra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“original”(legacy,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Symfony </a:t>
            </a:r>
            <a:r>
              <a:rPr dirty="0" sz="1100">
                <a:latin typeface="Arial MT"/>
                <a:cs typeface="Arial MT"/>
              </a:rPr>
              <a:t>1.4),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siguiente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panel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botones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Arial MT"/>
                <a:cs typeface="Arial MT"/>
              </a:rPr>
              <a:t>Figura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7127940"/>
            <a:ext cx="3856354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pruebas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usó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botón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izquierda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12700" marR="5080" indent="228600">
              <a:lnSpc>
                <a:spcPct val="110200"/>
              </a:lnSpc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-	Listado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Planta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Completa</a:t>
            </a:r>
            <a:r>
              <a:rPr dirty="0" sz="1100" spc="-20">
                <a:latin typeface="Arial MT"/>
                <a:cs typeface="Arial MT"/>
              </a:rPr>
              <a:t> Valorizada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Área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Año </a:t>
            </a:r>
            <a:r>
              <a:rPr dirty="0" sz="1100">
                <a:latin typeface="Arial MT"/>
                <a:cs typeface="Arial MT"/>
              </a:rPr>
              <a:t>Figura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3150300"/>
            <a:ext cx="5734049" cy="396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" y="7739664"/>
            <a:ext cx="5620728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060676"/>
            <a:ext cx="5620385" cy="2981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hizo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migración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b="1">
                <a:latin typeface="Arial"/>
                <a:cs typeface="Arial"/>
              </a:rPr>
              <a:t>sistema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“legacy”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Symfony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1.4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Laravel </a:t>
            </a:r>
            <a:r>
              <a:rPr dirty="0" sz="1100" spc="-25" b="1">
                <a:latin typeface="Arial"/>
                <a:cs typeface="Arial"/>
              </a:rPr>
              <a:t>12.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seguidos(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orientado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fueron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siguientes:</a:t>
            </a:r>
            <a:endParaRPr sz="1100">
              <a:latin typeface="Arial MT"/>
              <a:cs typeface="Arial MT"/>
            </a:endParaRPr>
          </a:p>
          <a:p>
            <a:pPr marL="9652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9652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inició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armando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"mockeado"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módulo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entorno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"viejo"</a:t>
            </a:r>
            <a:endParaRPr sz="1100">
              <a:latin typeface="Arial MT"/>
              <a:cs typeface="Arial MT"/>
            </a:endParaRPr>
          </a:p>
          <a:p>
            <a:pPr marL="96520" indent="-83820">
              <a:lnSpc>
                <a:spcPct val="100000"/>
              </a:lnSpc>
              <a:spcBef>
                <a:spcPts val="130"/>
              </a:spcBef>
              <a:buChar char="-"/>
              <a:tabLst>
                <a:tab pos="9652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usó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"documentar"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cada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migración</a:t>
            </a:r>
            <a:endParaRPr sz="1100">
              <a:latin typeface="Arial MT"/>
              <a:cs typeface="Arial MT"/>
            </a:endParaRPr>
          </a:p>
          <a:p>
            <a:pPr marL="9652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96520" algn="l"/>
              </a:tabLst>
            </a:pPr>
            <a:r>
              <a:rPr dirty="0" sz="1100">
                <a:latin typeface="Arial MT"/>
                <a:cs typeface="Arial MT"/>
              </a:rPr>
              <a:t>Pasos</a:t>
            </a:r>
            <a:r>
              <a:rPr dirty="0" sz="1100" spc="-10">
                <a:latin typeface="Arial MT"/>
                <a:cs typeface="Arial MT"/>
              </a:rPr>
              <a:t> seguidos( asistidos </a:t>
            </a:r>
            <a:r>
              <a:rPr dirty="0" sz="1100">
                <a:latin typeface="Arial MT"/>
                <a:cs typeface="Arial MT"/>
              </a:rPr>
              <a:t>por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)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instaló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Laravel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instaló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librería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pdfs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controlador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testearla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armó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"Planta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Completa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Valorizada"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**mockeados**</a:t>
            </a:r>
            <a:endParaRPr sz="1100">
              <a:latin typeface="Arial MT"/>
              <a:cs typeface="Arial MT"/>
            </a:endParaRPr>
          </a:p>
          <a:p>
            <a:pPr lvl="1" marL="12700" marR="408305" indent="161290">
              <a:lnSpc>
                <a:spcPct val="110200"/>
              </a:lnSpc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mapearon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tablas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necesarias,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**modelos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Eloquent**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esquemas </a:t>
            </a:r>
            <a:r>
              <a:rPr dirty="0" sz="1100">
                <a:latin typeface="Arial MT"/>
                <a:cs typeface="Arial MT"/>
              </a:rPr>
              <a:t>Doctrine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1.2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10">
                <a:latin typeface="Arial MT"/>
                <a:cs typeface="Arial MT"/>
              </a:rPr>
              <a:t> parametrizo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reporte.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agregaron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librerías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barra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progreso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combinación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Pdfs</a:t>
            </a:r>
            <a:endParaRPr sz="1100">
              <a:latin typeface="Arial MT"/>
              <a:cs typeface="Arial MT"/>
            </a:endParaRPr>
          </a:p>
          <a:p>
            <a:pPr lvl="1" marL="173990" indent="-83820">
              <a:lnSpc>
                <a:spcPct val="100000"/>
              </a:lnSpc>
              <a:spcBef>
                <a:spcPts val="135"/>
              </a:spcBef>
              <a:buChar char="-"/>
              <a:tabLst>
                <a:tab pos="173990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armó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usando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librerías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anteriores.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armó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entonces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siguiente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módulo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“migrado”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7560091"/>
            <a:ext cx="5751830" cy="949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pendiente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completar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4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restantes(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correspondientes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botonera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Figura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revisar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resultados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correspondan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exactamente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reportes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“originales”</a:t>
            </a:r>
            <a:endParaRPr sz="1100">
              <a:latin typeface="Arial MT"/>
              <a:cs typeface="Arial MT"/>
            </a:endParaRPr>
          </a:p>
          <a:p>
            <a:pPr marL="469900" marR="144780" indent="-228600">
              <a:lnSpc>
                <a:spcPct val="110200"/>
              </a:lnSpc>
              <a:buChar char="-"/>
              <a:tabLst>
                <a:tab pos="469900" algn="l"/>
              </a:tabLst>
            </a:pPr>
            <a:r>
              <a:rPr dirty="0" sz="1100">
                <a:latin typeface="Arial MT"/>
                <a:cs typeface="Arial MT"/>
              </a:rPr>
              <a:t>armar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“vista”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listador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áreas,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generar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/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/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borrar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los </a:t>
            </a:r>
            <a:r>
              <a:rPr dirty="0" sz="1100">
                <a:latin typeface="Arial MT"/>
                <a:cs typeface="Arial MT"/>
              </a:rPr>
              <a:t>reportes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ahora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llaman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url.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4073988"/>
            <a:ext cx="5734050" cy="3286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del Curso de IA</dc:title>
  <dcterms:created xsi:type="dcterms:W3CDTF">2026-06-16T12:47:55Z</dcterms:created>
  <dcterms:modified xsi:type="dcterms:W3CDTF">2026-06-16T12:47:55Z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Producer">
    <vt:lpwstr>Skia/PDF m151 Google Docs Renderer</vt:lpwstr>
  </property>
  <property fmtid="{D5CDD505-2E9C-101B-9397-08002B2CF9AE}" pid="5" name="LastSaved">
    <vt:filetime>2026-06-16T00:00:00Z</vt:filetime>
  </property>
</Properties>
</file>